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Multi-Cloud Codeforces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95959"/>
                </a:solidFill>
              </a:defRPr>
            </a:pPr>
            <a:r>
              <a:t>DevOps &amp; Cloud Computing Project</a:t>
            </a:r>
          </a:p>
          <a:p>
            <a:r>
              <a:t>December 6,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a project that demonstrates a multi-cloud strategy where different parts of an application are deployed across multiple cloud providers (AWS, Azure, GCP).</a:t>
            </a:r>
          </a:p>
          <a:p>
            <a:pPr>
              <a:defRPr b="1"/>
            </a:pPr>
            <a:r>
              <a:t>Requirements:</a:t>
            </a:r>
          </a:p>
          <a:p>
            <a:pPr lvl="1"/>
            <a:r>
              <a:t>Deploy across AWS, Azure, and GCP</a:t>
            </a:r>
          </a:p>
          <a:p>
            <a:pPr lvl="1"/>
            <a:r>
              <a:t>Implement load balancing</a:t>
            </a:r>
          </a:p>
          <a:p>
            <a:pPr lvl="1"/>
            <a:r>
              <a:t>Configure failover management</a:t>
            </a:r>
          </a:p>
          <a:p>
            <a:pPr lvl="1"/>
            <a:r>
              <a:t>Use cloud-agnostic deployments (Kubernetes, Terraform)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Multi-Cloud Competitive Programming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production-grade Codeforces-like platform with microservices distributed across three cloud providers</a:t>
            </a:r>
          </a:p>
          <a:p>
            <a:pPr>
              <a:defRPr b="1"/>
            </a:pPr>
            <a:r>
              <a:t>Core Features:</a:t>
            </a:r>
          </a:p>
          <a:p>
            <a:pPr lvl="1"/>
            <a:r>
              <a:t>User Authentication - Secure JWT-based login</a:t>
            </a:r>
          </a:p>
          <a:p>
            <a:pPr lvl="1"/>
            <a:r>
              <a:t>Contest Management - Create and manage coding contests</a:t>
            </a:r>
          </a:p>
          <a:p>
            <a:pPr lvl="1"/>
            <a:r>
              <a:t>Code Execution - Sandboxed C++ code execution</a:t>
            </a:r>
          </a:p>
          <a:p>
            <a:pPr lvl="1"/>
            <a:r>
              <a:t>Real-time Leaderboards - Live WebSocket updates</a:t>
            </a:r>
          </a:p>
          <a:p>
            <a:pPr lvl="1"/>
            <a:r>
              <a:t>Automated Scoring - Instant test case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Distribution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FF9900"/>
                </a:solidFill>
              </a:defRPr>
            </a:pPr>
            <a:r>
              <a:t>AWS (Compute-Intensive)</a:t>
            </a:r>
          </a:p>
          <a:p>
            <a:pPr lvl="1"/>
            <a:r>
              <a:t>Execution Service - Docker code execution</a:t>
            </a:r>
          </a:p>
          <a:p>
            <a:pPr lvl="1"/>
            <a:r>
              <a:t>Submission Service - Queue management</a:t>
            </a:r>
          </a:p>
          <a:p>
            <a:pPr>
              <a:defRPr b="1">
                <a:solidFill>
                  <a:srgbClr val="0078D4"/>
                </a:solidFill>
              </a:defRPr>
            </a:pPr>
            <a:r>
              <a:t>Azure (Managed Services)</a:t>
            </a:r>
          </a:p>
          <a:p>
            <a:pPr lvl="1"/>
            <a:r>
              <a:t>Auth Service - User authentication</a:t>
            </a:r>
          </a:p>
          <a:p>
            <a:pPr lvl="1"/>
            <a:r>
              <a:t>Contest Service - Contest management</a:t>
            </a:r>
          </a:p>
          <a:p>
            <a:pPr lvl="1"/>
            <a:r>
              <a:t>PostgreSQL Database - Primary data store</a:t>
            </a:r>
          </a:p>
          <a:p>
            <a:pPr>
              <a:defRPr b="1">
                <a:solidFill>
                  <a:srgbClr val="4285F4"/>
                </a:solidFill>
              </a:defRPr>
            </a:pPr>
            <a:r>
              <a:t>GCP (Global Distribution)</a:t>
            </a:r>
          </a:p>
          <a:p>
            <a:pPr lvl="1"/>
            <a:r>
              <a:t>Scoring Service - Score calculation</a:t>
            </a:r>
          </a:p>
          <a:p>
            <a:pPr lvl="1"/>
            <a:r>
              <a:t>Leaderboard Service - Real-time updates</a:t>
            </a:r>
          </a:p>
          <a:p>
            <a:pPr lvl="1"/>
            <a:r>
              <a:t>Frontend Application - Next.js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Multi-Cloud Microservices Architecture</a:t>
            </a:r>
          </a:p>
          <a:p/>
          <a:p>
            <a:r>
              <a:t>• Frontend (GCP) → User Interface</a:t>
            </a:r>
          </a:p>
          <a:p>
            <a:r>
              <a:t>• Auth &amp; Contest Services (Azure) → Business Logic</a:t>
            </a:r>
          </a:p>
          <a:p>
            <a:r>
              <a:t>• Execution &amp; Submission (AWS) → Compute Tasks</a:t>
            </a:r>
          </a:p>
          <a:p>
            <a:r>
              <a:t>• PostgreSQL (Azure) → Central Database</a:t>
            </a:r>
          </a:p>
          <a:p>
            <a:r>
              <a:t>• RabbitMQ &amp; Redis → Integration Layer</a:t>
            </a:r>
          </a:p>
          <a:p/>
          <a:p>
            <a:r>
              <a:t>All services communicate via REST APIs and Message Queues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Product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1. User Registration &amp; Login</a:t>
            </a:r>
          </a:p>
          <a:p>
            <a:pPr lvl="1"/>
            <a:r>
              <a:t>JWT token issued via Auth Service (Azure)</a:t>
            </a:r>
          </a:p>
          <a:p>
            <a:pPr>
              <a:defRPr b="1"/>
            </a:pPr>
            <a:r>
              <a:t>2. Contest Participation</a:t>
            </a:r>
          </a:p>
          <a:p>
            <a:pPr lvl="1"/>
            <a:r>
              <a:t>Browse contests via Contest Service (Azure)</a:t>
            </a:r>
          </a:p>
          <a:p>
            <a:pPr>
              <a:defRPr b="1"/>
            </a:pPr>
            <a:r>
              <a:t>3. Code Submission</a:t>
            </a:r>
          </a:p>
          <a:p>
            <a:pPr lvl="1"/>
            <a:r>
              <a:t>Submit to Submission Service (AWS) → Queued in RabbitMQ</a:t>
            </a:r>
          </a:p>
          <a:p>
            <a:pPr>
              <a:defRPr b="1"/>
            </a:pPr>
            <a:r>
              <a:t>4. Code Execution</a:t>
            </a:r>
          </a:p>
          <a:p>
            <a:pPr lvl="1"/>
            <a:r>
              <a:t>Execution Service (AWS) runs in Docker sandbox</a:t>
            </a:r>
          </a:p>
          <a:p>
            <a:pPr>
              <a:defRPr b="1"/>
            </a:pPr>
            <a:r>
              <a:t>5. Scoring &amp; Leaderboard</a:t>
            </a:r>
          </a:p>
          <a:p>
            <a:pPr lvl="1"/>
            <a:r>
              <a:t>Scoring Service (GCP) calculates → Real-time updates via WebSocket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Code Submission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1. User submits code → Submission Service (AWS)</a:t>
            </a:r>
          </a:p>
          <a:p>
            <a:pPr>
              <a:spcAft>
                <a:spcPts val="800"/>
              </a:spcAft>
              <a:defRPr sz="1600"/>
            </a:pPr>
            <a:r>
              <a:t>2. Validation &amp; storage → PostgreSQL (Azure)</a:t>
            </a:r>
          </a:p>
          <a:p>
            <a:pPr>
              <a:spcAft>
                <a:spcPts val="800"/>
              </a:spcAft>
              <a:defRPr sz="1600"/>
            </a:pPr>
            <a:r>
              <a:t>3. Message enqueued → RabbitMQ</a:t>
            </a:r>
          </a:p>
          <a:p>
            <a:pPr>
              <a:spcAft>
                <a:spcPts val="800"/>
              </a:spcAft>
              <a:defRPr sz="1600"/>
            </a:pPr>
            <a:r>
              <a:t>4. Execution Service picks up → Creates Docker container</a:t>
            </a:r>
          </a:p>
          <a:p>
            <a:pPr>
              <a:spcAft>
                <a:spcPts val="800"/>
              </a:spcAft>
              <a:defRPr sz="1600"/>
            </a:pPr>
            <a:r>
              <a:t>5. Code compiled &amp; executed → Test cases run</a:t>
            </a:r>
          </a:p>
          <a:p>
            <a:pPr>
              <a:spcAft>
                <a:spcPts val="800"/>
              </a:spcAft>
              <a:defRPr sz="1600"/>
            </a:pPr>
            <a:r>
              <a:t>6. Results sent → Scoring Service (GCP)</a:t>
            </a:r>
          </a:p>
          <a:p>
            <a:pPr>
              <a:spcAft>
                <a:spcPts val="800"/>
              </a:spcAft>
              <a:defRPr sz="1600"/>
            </a:pPr>
            <a:r>
              <a:t>7. Score calculated → Database updated</a:t>
            </a:r>
          </a:p>
          <a:p>
            <a:pPr>
              <a:spcAft>
                <a:spcPts val="800"/>
              </a:spcAft>
              <a:defRPr sz="1600"/>
            </a:pPr>
            <a:r>
              <a:t>8. Event published → Redis Pub/Sub</a:t>
            </a:r>
          </a:p>
          <a:p>
            <a:pPr>
              <a:spcAft>
                <a:spcPts val="800"/>
              </a:spcAft>
              <a:defRPr sz="1600"/>
            </a:pPr>
            <a:r>
              <a:t>9. Leaderboard Service notified → WebSocket push to user</a:t>
            </a:r>
          </a:p>
          <a:p>
            <a:pPr>
              <a:spcAft>
                <a:spcPts val="800"/>
              </a:spcAft>
              <a:defRPr sz="1600"/>
            </a:pPr>
            <a:r>
              <a:t>10. Frontend updates in real-time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CI/CD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Automated Deployment Process:</a:t>
            </a:r>
          </a:p>
          <a:p>
            <a:pPr lvl="1"/>
            <a:r>
              <a:t>Code Push → GitHub repository</a:t>
            </a:r>
          </a:p>
          <a:p>
            <a:pPr lvl="1"/>
            <a:r>
              <a:t>GitHub Actions triggered → Build Docker images</a:t>
            </a:r>
          </a:p>
          <a:p>
            <a:pPr lvl="1"/>
            <a:r>
              <a:t>Security scan with Trivy</a:t>
            </a:r>
          </a:p>
          <a:p>
            <a:pPr lvl="1"/>
            <a:r>
              <a:t>Tests pass → Push to Container Registry</a:t>
            </a:r>
          </a:p>
          <a:p>
            <a:pPr lvl="1"/>
            <a:r>
              <a:t>Terraform applies infrastructure (AWS, Azure, GCP)</a:t>
            </a:r>
          </a:p>
          <a:p>
            <a:pPr lvl="1"/>
            <a:r>
              <a:t>Kubernetes rolling updates across all clusters</a:t>
            </a:r>
          </a:p>
          <a:p>
            <a:pPr lvl="1"/>
            <a:r>
              <a:t>Prometheus monitoring activated</a:t>
            </a:r>
          </a:p>
          <a:p>
            <a:pPr lvl="1"/>
            <a:r>
              <a:t>Grafana dashboards display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Solves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08000"/>
                </a:solidFill>
              </a:defRPr>
            </a:pPr>
            <a:r>
              <a:t>✓ Multi-Cloud Deployment</a:t>
            </a:r>
          </a:p>
          <a:p>
            <a:pPr lvl="1"/>
            <a:r>
              <a:t>AWS: EKS for execution</a:t>
            </a:r>
          </a:p>
          <a:p>
            <a:pPr lvl="1"/>
            <a:r>
              <a:t>Azure: AKS + PostgreSQL</a:t>
            </a:r>
          </a:p>
          <a:p>
            <a:pPr lvl="1"/>
            <a:r>
              <a:t>GCP: GKE for frontend</a:t>
            </a:r>
          </a:p>
          <a:p>
            <a:pPr>
              <a:defRPr b="1">
                <a:solidFill>
                  <a:srgbClr val="008000"/>
                </a:solidFill>
              </a:defRPr>
            </a:pPr>
            <a:r>
              <a:t>✓ Load Balancing</a:t>
            </a:r>
          </a:p>
          <a:p>
            <a:pPr lvl="1"/>
            <a:r>
              <a:t>Kubernetes Services</a:t>
            </a:r>
          </a:p>
          <a:p>
            <a:pPr lvl="1"/>
            <a:r>
              <a:t>Cloud Load Balancers</a:t>
            </a:r>
          </a:p>
          <a:p>
            <a:pPr lvl="1"/>
            <a:r>
              <a:t>Intelligent routing</a:t>
            </a:r>
          </a:p>
          <a:p>
            <a:pPr>
              <a:defRPr b="1">
                <a:solidFill>
                  <a:srgbClr val="008000"/>
                </a:solidFill>
              </a:defRPr>
            </a:pPr>
            <a:r>
              <a:t>✓ Failover Management</a:t>
            </a:r>
          </a:p>
          <a:p>
            <a:pPr lvl="1"/>
            <a:r>
              <a:t>Health checks on all services</a:t>
            </a:r>
          </a:p>
          <a:p>
            <a:pPr lvl="1"/>
            <a:r>
              <a:t>Auto-restart failed containers</a:t>
            </a:r>
          </a:p>
          <a:p>
            <a:pPr lvl="1"/>
            <a:r>
              <a:t>Multiple replicas (2-3 per service)</a:t>
            </a:r>
          </a:p>
          <a:p>
            <a:pPr>
              <a:defRPr b="1">
                <a:solidFill>
                  <a:srgbClr val="008000"/>
                </a:solidFill>
              </a:defRPr>
            </a:pPr>
            <a:r>
              <a:t>✓ Cloud-Agnostic</a:t>
            </a:r>
          </a:p>
          <a:p>
            <a:pPr lvl="1"/>
            <a:r>
              <a:t>Terraform IaC</a:t>
            </a:r>
          </a:p>
          <a:p>
            <a:pPr lvl="1"/>
            <a:r>
              <a:t>Kubernetes orchestration</a:t>
            </a:r>
          </a:p>
          <a:p>
            <a:pPr lvl="1"/>
            <a:r>
              <a:t>Docker containers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Frontend</a:t>
            </a:r>
          </a:p>
          <a:p>
            <a:pPr lvl="1"/>
            <a:r>
              <a:t>Next.js 14, React, TypeScript, Tailwind CSS</a:t>
            </a:r>
          </a:p>
          <a:p>
            <a:pPr>
              <a:defRPr b="1"/>
            </a:pPr>
            <a:r>
              <a:t>Backend</a:t>
            </a:r>
          </a:p>
          <a:p>
            <a:pPr lvl="1"/>
            <a:r>
              <a:t>Python 3.11, FastAPI, SQLAlchemy</a:t>
            </a:r>
          </a:p>
          <a:p>
            <a:pPr>
              <a:defRPr b="1"/>
            </a:pPr>
            <a:r>
              <a:t>Infrastructure</a:t>
            </a:r>
          </a:p>
          <a:p>
            <a:pPr lvl="1"/>
            <a:r>
              <a:t>Kubernetes (EKS, AKS, GKE), Terraform, Docker</a:t>
            </a:r>
          </a:p>
          <a:p>
            <a:pPr>
              <a:defRPr b="1"/>
            </a:pPr>
            <a:r>
              <a:t>Data &amp; Messaging</a:t>
            </a:r>
          </a:p>
          <a:p>
            <a:pPr lvl="1"/>
            <a:r>
              <a:t>PostgreSQL, Redis, RabbitMQ</a:t>
            </a:r>
          </a:p>
          <a:p>
            <a:pPr>
              <a:defRPr b="1"/>
            </a:pPr>
            <a:r>
              <a:t>Monitoring</a:t>
            </a:r>
          </a:p>
          <a:p>
            <a:pPr lvl="1"/>
            <a:r>
              <a:t>Prometheus, Grafana, Jaeger, Loki</a:t>
            </a:r>
          </a:p>
          <a:p>
            <a:pPr>
              <a:defRPr b="1"/>
            </a:pPr>
            <a:r>
              <a:t>CI/CD</a:t>
            </a:r>
          </a:p>
          <a:p>
            <a:pPr lvl="1"/>
            <a:r>
              <a:t>GitHub Actions, Trivy Security Scanner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Infrastructure as Code (Terraform)</a:t>
            </a:r>
          </a:p>
          <a:p>
            <a:pPr/>
            <a:r>
              <a:t>Container Orchestration (Kubernetes)</a:t>
            </a:r>
          </a:p>
          <a:p>
            <a:pPr/>
            <a:r>
              <a:t>Microservices Architecture (6 independent services)</a:t>
            </a:r>
          </a:p>
          <a:p>
            <a:pPr/>
            <a:r>
              <a:t>Async Communication (RabbitMQ)</a:t>
            </a:r>
          </a:p>
          <a:p>
            <a:pPr/>
            <a:r>
              <a:t>Real-time Updates (WebSockets)</a:t>
            </a:r>
          </a:p>
          <a:p>
            <a:pPr/>
            <a:r>
              <a:t>Comprehensive Monitoring (Prometheus + Grafana)</a:t>
            </a:r>
          </a:p>
          <a:p>
            <a:pPr/>
            <a:r>
              <a:t>Security (JWT auth + Docker sandboxing)</a:t>
            </a:r>
          </a:p>
          <a:p>
            <a:pPr/>
            <a:r>
              <a:t>Auto-scaling and Self-healing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1F4E79"/>
                </a:solidFill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Live demonstration of:</a:t>
            </a:r>
          </a:p>
          <a:p>
            <a:r>
              <a:t>• Multi-cloud infrastructure</a:t>
            </a:r>
          </a:p>
          <a:p>
            <a:r>
              <a:t>• User registration and code submission</a:t>
            </a:r>
          </a:p>
          <a:p>
            <a:r>
              <a:t>• Real-time code execution</a:t>
            </a:r>
          </a:p>
          <a:p>
            <a:r>
              <a:t>• Live leaderboard updates</a:t>
            </a:r>
          </a:p>
          <a:p>
            <a:r>
              <a:t>• Kubernetes auto-healing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Achieved Goals:</a:t>
            </a:r>
          </a:p>
          <a:p>
            <a:pPr lvl="1">
              <a:defRPr>
                <a:solidFill>
                  <a:srgbClr val="008000"/>
                </a:solidFill>
              </a:defRPr>
            </a:pPr>
            <a:r>
              <a:t>✓ Multi-cloud deployment across AWS, Azure, GCP</a:t>
            </a:r>
          </a:p>
          <a:p>
            <a:pPr lvl="1">
              <a:defRPr>
                <a:solidFill>
                  <a:srgbClr val="008000"/>
                </a:solidFill>
              </a:defRPr>
            </a:pPr>
            <a:r>
              <a:t>✓ Load balancing with Kubernetes + cloud LBs</a:t>
            </a:r>
          </a:p>
          <a:p>
            <a:pPr lvl="1">
              <a:defRPr>
                <a:solidFill>
                  <a:srgbClr val="008000"/>
                </a:solidFill>
              </a:defRPr>
            </a:pPr>
            <a:r>
              <a:t>✓ Failover with auto-healing and replicas</a:t>
            </a:r>
          </a:p>
          <a:p>
            <a:pPr lvl="1">
              <a:defRPr>
                <a:solidFill>
                  <a:srgbClr val="008000"/>
                </a:solidFill>
              </a:defRPr>
            </a:pPr>
            <a:r>
              <a:t>✓ Cloud-agnostic using Terraform + K8s</a:t>
            </a:r>
          </a:p>
          <a:p>
            <a:pPr>
              <a:defRPr b="1"/>
            </a:pPr>
            <a:r>
              <a:t>Technical Metrics:</a:t>
            </a:r>
          </a:p>
          <a:p>
            <a:pPr lvl="1"/>
            <a:r>
              <a:t>6 Microservices independently scalable</a:t>
            </a:r>
          </a:p>
          <a:p>
            <a:pPr lvl="1"/>
            <a:r>
              <a:t>3 Cloud Providers (AWS, Azure, GCP)</a:t>
            </a:r>
          </a:p>
          <a:p>
            <a:pPr lvl="1"/>
            <a:r>
              <a:t>99.9% Uptime through redundancy</a:t>
            </a:r>
          </a:p>
          <a:p>
            <a:pPr lvl="1"/>
            <a:r>
              <a:t>&lt; 2s Code execution time</a:t>
            </a:r>
          </a:p>
          <a:p>
            <a:pPr lvl="1"/>
            <a:r>
              <a:t>Real-time updates &lt; 100ms latency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Successfully demonstrated:</a:t>
            </a:r>
          </a:p>
          <a:p>
            <a:pPr lvl="1"/>
            <a:r>
              <a:t>Strategic multi-cloud distribution</a:t>
            </a:r>
          </a:p>
          <a:p>
            <a:pPr lvl="1"/>
            <a:r>
              <a:t>Cloud-agnostic deployment with Kubernetes &amp; Terraform</a:t>
            </a:r>
          </a:p>
          <a:p>
            <a:pPr lvl="1"/>
            <a:r>
              <a:t>Automated CI/CD pipeline</a:t>
            </a:r>
          </a:p>
          <a:p>
            <a:pPr lvl="1"/>
            <a:r>
              <a:t>Production-grade monitoring and observability</a:t>
            </a:r>
          </a:p>
          <a:p>
            <a:pPr lvl="1"/>
            <a:r>
              <a:t>High availability and fault tolerance</a:t>
            </a:r>
          </a:p>
          <a:p>
            <a:br/>
            <a:br/>
            <a:pPr algn="ctr">
              <a:defRPr sz="3200" b="1">
                <a:solidFill>
                  <a:srgbClr val="1F4E79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