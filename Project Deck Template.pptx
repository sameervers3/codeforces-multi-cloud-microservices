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9b78baf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9b78baf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9b78baf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9b78baf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9b78baff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9b78baff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9b78baf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9b78baf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c4974af5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c4974af5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&lt;Project Title)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&lt;Need to put a picture of each team member with their name with their Phone Number&gt;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&lt;List the Problem Statement or Background of solution you are trying to solve&gt; Pictures, Point or illustration can be added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&lt;Define the solution &gt; how your solution will address the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Images, Illustrations and points can be added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</a:t>
            </a:r>
            <a:r>
              <a:rPr lang="en"/>
              <a:t>Architecture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multiple slide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product 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it solve the problem we have discuss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ML solution make MLOPS lifecycle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DevOps Solution : Develop a flow diagram how it 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