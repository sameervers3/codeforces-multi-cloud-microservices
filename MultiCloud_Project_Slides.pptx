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Multi-Cloud Deployment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Multi‑Cloud Distributed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Multi‑Cloud Deployment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project that demonstrates a multi‑cloud strategy where different parts of an application are deployed across AWS, Azure, and GCP with load balancing, failover, and cloud‑agnostic deployments using Kubernetes or Terraform.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distributed microservices application deployed across multiple cloud providers, using Kubernetes for orchestration and Terraform for IaC.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Overview</a:t>
            </a:r>
          </a:p>
        </p:txBody>
      </p:sp>
      <p:pic>
        <p:nvPicPr>
          <p:cNvPr id="3" name="Picture 2" descr="Untitled diagram-2025-12-06-041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330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Layered Architecture</a:t>
            </a:r>
          </a:p>
        </p:txBody>
      </p:sp>
      <p:pic>
        <p:nvPicPr>
          <p:cNvPr id="3" name="Picture 2" descr="Untitled diagram-2025-12-06-034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85641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Product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interact with the frontend → Services distributed across AWS, Azure, and GCP → Data flows through compute, storage, and messaging layers → Output delivered.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Solves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high availability, failover, and cloud‑agnostic deployments while distributing workload across multiple cloud providers.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pushed → CI/CD Pipeline → Terraform applies infra → K8s deploys services → Monitoring ensures reliability and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